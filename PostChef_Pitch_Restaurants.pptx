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92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r>
              <a:rPr lang="en-US" sz="22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64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resto</a:t>
            </a: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mérite</a:t>
            </a: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d'être vu.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L'assistant IA pour restaurants indépendants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Aix-en-Provence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457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restaurateurs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postent pas.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743200" cy="237744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743200" cy="36576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-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restaurants ont un profil social inactif ou inexistant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743200" cy="237744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743200" cy="36576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-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mois — la fréquence de post d'un restaurateur moyen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2743200" cy="2377440"/>
          </a:xfrm>
          <a:prstGeom prst="rect">
            <a:avLst/>
          </a:prstGeom>
          <a:solidFill>
            <a:srgbClr val="EBF9F2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7432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-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visibilité pour les restos qui postent 3× par semaine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9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5795A"/>
          </a:solidFill>
          <a:ln w="12700">
            <a:solidFill>
              <a:srgbClr val="1579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0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de temps tu passes</a:t>
            </a:r>
            <a:endParaRPr lang="en-US" sz="5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0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tes réseaux</a:t>
            </a:r>
            <a:endParaRPr lang="en-US" sz="5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0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semaine ?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7863840" cy="4572"/>
          </a:xfrm>
          <a:prstGeom prst="rect">
            <a:avLst/>
          </a:prstGeom>
          <a:solidFill>
            <a:srgbClr val="15795A"/>
          </a:solidFill>
          <a:ln w="12700">
            <a:solidFill>
              <a:srgbClr val="1579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5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qu'on entend toujours : zéro. Pas parce qu'ils s'en foutent — parce qu'ils n'ont pas le temps.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457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66347" y="667512"/>
            <a:ext cx="39227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PostChef fait ça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toi.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0" y="667512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0" y="594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Idées IA personnalisées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8869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Adaptées à ton type de cuisine, ta ville, ta clientèle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429768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0" y="1673352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Calendrier éditorial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8928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mois planifié, drag &amp; drop, statuts visuels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429768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0" y="2679192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Légendes prêtes à copier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8986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 viraux, hooks, texte de post — tout généré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474720"/>
            <a:ext cx="429768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0" y="3685032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par semaine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9044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plus. C'est tout ce qu'on te demande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548640"/>
            <a:ext cx="3658" cy="429768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MARCHE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457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minutes pour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11680" cy="24688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21792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restaurant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312724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Nom, ville, type de cuisine, spécialité maison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103120"/>
            <a:ext cx="2011680" cy="24688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70632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70632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clientèle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70632" y="312724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tu vises : touristes, locaux, familles…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2011680" cy="24688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19472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plateformes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312724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TikTok, Instagram, Facebook — tu choisis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103120"/>
            <a:ext cx="2011680" cy="24688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068312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68312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Calendrier généré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68312" y="3127248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PostChef crée ton premier mois de contenu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05456" y="3154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54296" y="3154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03136" y="3154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 IA · INSTAGRAM · REEL · FACILE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94360" y="640080"/>
            <a:ext cx="7955280" cy="45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"Montre la fabrication de ta pasta</a:t>
            </a:r>
            <a:endParaRPr lang="en-US" sz="38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carbonara en 30 secondes — heure</a:t>
            </a:r>
            <a:endParaRPr lang="en-US" sz="38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mise en place, lumière naturelle.</a:t>
            </a:r>
            <a:endParaRPr lang="en-US" sz="38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Reel, tournage facile, fort potentiel."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94360" y="4617720"/>
            <a:ext cx="82296" cy="822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4590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Générée par PostChef en 2 secondes.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617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PostChef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CALENDRIER ÉDITORIAL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457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mois planifié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coup d'œil.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663440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48656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833872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19088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04304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74736" y="502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923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36592" y="1216152"/>
            <a:ext cx="402336" cy="50292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248656" y="86868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294376" y="923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21808" y="1216152"/>
            <a:ext cx="402336" cy="502920"/>
          </a:xfrm>
          <a:prstGeom prst="rect">
            <a:avLst/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833872" y="86868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879592" y="923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07024" y="1216152"/>
            <a:ext cx="402336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419088" y="86868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64808" y="923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04304" y="86868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050024" y="923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77456" y="1216152"/>
            <a:ext cx="402336" cy="50292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589520" y="86868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635240" y="923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74736" y="86868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220456" y="923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10312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0916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48656" y="210312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294376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402336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833872" y="210312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879592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19088" y="210312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464808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2450592"/>
            <a:ext cx="402336" cy="502920"/>
          </a:xfrm>
          <a:prstGeom prst="rect">
            <a:avLst/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7004304" y="210312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050024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210312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63524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62672" y="2450592"/>
            <a:ext cx="402336" cy="50292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8174736" y="210312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220456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33756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09160" y="33924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36592" y="3685032"/>
            <a:ext cx="402336" cy="502920"/>
          </a:xfrm>
          <a:prstGeom prst="rect">
            <a:avLst/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5248656" y="333756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294376" y="33924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33872" y="333756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5879592" y="33924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07024" y="3685032"/>
            <a:ext cx="402336" cy="50292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6419088" y="333756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464808" y="33924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04304" y="333756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7050024" y="33924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77456" y="3685032"/>
            <a:ext cx="402336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7589520" y="333756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7635240" y="33924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74736" y="3337560"/>
            <a:ext cx="548640" cy="109728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8220456" y="33924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247888" y="3685032"/>
            <a:ext cx="402336" cy="502920"/>
          </a:xfrm>
          <a:prstGeom prst="rect">
            <a:avLst/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4663440" y="4727448"/>
            <a:ext cx="91440" cy="914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4818888" y="47000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Publié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989320" y="47274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144768" y="47000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tourner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315200" y="4727448"/>
            <a:ext cx="91440" cy="91440"/>
          </a:xfrm>
          <a:prstGeom prst="ellipse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7470648" y="47000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73152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toute ta semaine d'un coup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48640" y="2926080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73152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Déplacer les posts en glissé-déposé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48640" y="3520440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73152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Savoir exactement ce qui reste à filmer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48640" y="4114800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73152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Multi-plateforme : Instagram + TikTok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457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prix de café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jour.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jours d'essai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127248"/>
            <a:ext cx="246888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idées IA / semaine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68503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plateforme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87368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24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Calendrier basique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9202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29€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356616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 · sans engagement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3127248"/>
            <a:ext cx="246888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566160" y="328269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70332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idées IA / semaine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368503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70332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plateformes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4087368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70332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visuel + photo 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448970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703320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standard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920240"/>
            <a:ext cx="2743200" cy="2926080"/>
          </a:xfrm>
          <a:prstGeom prst="rect">
            <a:avLst/>
          </a:prstGeom>
          <a:solidFill>
            <a:srgbClr val="0A0A0A"/>
          </a:solidFill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309360" y="1920240"/>
            <a:ext cx="27432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92240" y="2011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ANNUEL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19€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49224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 · 228€/an · −35%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3127248"/>
            <a:ext cx="2468880" cy="36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492240" y="328269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62940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Idées IA illimitées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368503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2940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plateformes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4087368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62940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RestaurantBrain complet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448970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629400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avancé + heatmap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4892040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629400" y="4855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prioritaire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2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 changé</a:t>
            </a:r>
            <a:endParaRPr lang="en-US" sz="5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2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donne.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7955280" cy="36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2670048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restaurant inconnu peut atteindre 50 000 personnes en 48h avec une vidéo bien faite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447288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Reels booste la portée organique des nouveaux comptes — l'algorithme favorise les actifs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224528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concurrents directs commencent à s'y mettre. La fenêtre d'avantage se ferme.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9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2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Aide-nous à construire</a:t>
            </a:r>
            <a:endParaRPr lang="en-US" sz="5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2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outil.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9436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5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PostChef est en beta. On cherche 10 restaurants pilotes à Aix-en-Provence.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3246120"/>
            <a:ext cx="7955280" cy="3658"/>
          </a:xfrm>
          <a:prstGeom prst="rect">
            <a:avLst/>
          </a:prstGeom>
          <a:solidFill>
            <a:srgbClr val="15795A"/>
          </a:solidFill>
          <a:ln w="12700">
            <a:solidFill>
              <a:srgbClr val="1579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3520440"/>
            <a:ext cx="3657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3456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gratuit 3 mois</a:t>
            </a:r>
            <a:r>
              <a:rPr lang="en-US" sz="1400" dirty="0">
                <a:solidFill>
                  <a:srgbClr val="C5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aucun engagement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4032504"/>
            <a:ext cx="3657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39684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feedback intégré</a:t>
            </a:r>
            <a:r>
              <a:rPr lang="en-US" sz="1400" dirty="0">
                <a:solidFill>
                  <a:srgbClr val="C5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tu shapes le produit que tu vas utiliser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544568"/>
            <a:ext cx="3657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lancement</a:t>
            </a:r>
            <a:r>
              <a:rPr lang="en-US" sz="1400" dirty="0">
                <a:solidFill>
                  <a:srgbClr val="C5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tarif préférentiel garanti à vie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RETOURS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8046720" cy="4572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veut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kern="0" spc="-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de vous.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0939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quelles plateformes postez-vous actuellement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402336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30540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de fois par semaine en moyenne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402336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4014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qui bloque le plus : les idées, le temps, ou la technique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20939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type de contenu performe le mieux pour vous 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807208"/>
            <a:ext cx="402336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30540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gérez ça seul(e) ou avec quelqu'un 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767328"/>
            <a:ext cx="4023360" cy="365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4014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paieriez-vous pour économiser 3h/semaine 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011680"/>
            <a:ext cx="3658" cy="2834640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-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94360" y="2834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 resto mérite d'être vu.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3520440"/>
            <a:ext cx="7955280" cy="365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3703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postchef.app</a:t>
            </a: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contact@postchef.app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597</Words>
  <Application>Microsoft Macintosh PowerPoint</Application>
  <PresentationFormat>Affichage à l'écran (16:9)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PostChef — Pitch Restaurants Aix-en-Provence</dc:title>
  <dc:subject>PptxGenJS Presentation</dc:subject>
  <dc:creator>PostChef</dc:creator>
  <cp:lastModifiedBy>Auguste Mayaud</cp:lastModifiedBy>
  <cp:revision>2</cp:revision>
  <dcterms:created xsi:type="dcterms:W3CDTF">2026-04-07T20:57:22Z</dcterms:created>
  <dcterms:modified xsi:type="dcterms:W3CDTF">2026-04-07T21:01:21Z</dcterms:modified>
</cp:coreProperties>
</file>